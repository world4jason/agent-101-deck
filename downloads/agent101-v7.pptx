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19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29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35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36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37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38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39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40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41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42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43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101｜v7｜第 44 頁
此 PPTX 以圖片保留網頁投影片版面；動畫、逐步揭露與按鈕須使用網頁版本。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4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v7 page 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Agent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101｜v7｜44 頁</dc:title>
  <dc:subject>Agent 101 learning workshop static export</dc:subject>
  <dc:creator>Agent 101</dc:creator>
  <cp:lastModifiedBy>Agent 101</cp:lastModifiedBy>
  <cp:revision>1</cp:revision>
  <dcterms:created xsi:type="dcterms:W3CDTF">2026-10-10T09:48:09Z</dcterms:created>
  <dcterms:modified xsi:type="dcterms:W3CDTF">2026-10-10T09:48:09Z</dcterms:modified>
</cp:coreProperties>
</file>