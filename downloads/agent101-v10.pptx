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19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29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39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49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101｜v10｜第 55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4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10 page 5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Agent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101｜v10｜55 頁</dc:title>
  <dc:subject>Agent 101 learning workshop static export</dc:subject>
  <dc:creator>Agent 101</dc:creator>
  <cp:lastModifiedBy>Agent 101</cp:lastModifiedBy>
  <cp:revision>1</cp:revision>
  <dcterms:created xsi:type="dcterms:W3CDTF">2026-10-10T09:48:14Z</dcterms:created>
  <dcterms:modified xsi:type="dcterms:W3CDTF">2026-10-10T09:48:14Z</dcterms:modified>
</cp:coreProperties>
</file>